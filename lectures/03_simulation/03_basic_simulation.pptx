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E71E8-3C03-4698-8A5F-D437D8EB43B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331FB-1429-4FBE-9E02-B700F3C8E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1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4C7D-B0AB-4B3D-1192-FF0A2F547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02C7C-699A-CB53-0FDA-116EEA92F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9891-55BE-2783-5230-B82011CF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1B59-5C91-5D6B-539F-43DC14B1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2F2D-0F3D-30EF-B217-A7B1A04F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3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D74C-7BD6-DBA2-33E2-8DA41EDE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74F53-B056-7B98-2F0C-90D284E26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7354-3001-BC8C-792C-BE0189B3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A1CD-940A-A358-51BC-CB4B9EE8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9612-9B25-1459-D451-90EA7A64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63B-1B27-41FC-7661-6967FF4C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22D0-629C-8D5D-3D4D-867C56FF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CBEB-C779-7636-35A7-D67966E8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3C36-F129-0AA6-3AA9-9D3861CE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9B31-06E3-CF1D-4F85-A9FBC56F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0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E09F-82FD-3224-C05F-518CB5A4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25646-5B8D-E98F-64A6-7887AF565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C4967-00DA-6EF8-C489-DA8C425EB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D72AF-E436-4E69-03B6-4138A8A7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FBF81-E7E5-6824-ACFB-C3867B2C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DD77C-7B3F-4B81-5B04-4665CB60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1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BB8F-1BDF-70CC-57FA-15A812CE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0D018-B195-E5D3-0150-5AABA282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F82F-BF18-61CB-56B3-24429A3F7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88985-8059-C8DD-D6C5-172677AB3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3348F-D79B-A46A-50DF-FB8AB26D7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C6881-960D-B988-0D4E-A74343EC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E59C6-0DDE-7C4D-A345-B79F09BF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E8145-249F-B4C4-8096-0C87E6B1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9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7BD4-FAC3-2BC3-DC90-00E8FFD5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2D193-0DF6-9916-04F1-C3235158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C302C-4ABF-FF51-23F3-2A6935FE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87FC7-EEAF-8724-C402-D25250ED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7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90B19-9658-9521-6472-60A90187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63067-56E4-B1B7-FE59-51F48DC2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4E7DD-F0FB-ADCA-EA98-1FF699E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1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8CB2-EA58-87DE-82E8-C58E0473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0A61-737B-C06B-9526-456086066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46B16-7C04-CE80-054B-F12B921F1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59B5-640F-1B53-7DA7-CE593320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E95CB-87A6-7B21-7605-BD5995B9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A46CA-3F1B-0ADA-75BD-6DDCFBB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0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4138-CA55-3EC8-2406-28840418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C3BE9-74CA-DD02-D605-C9B05768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F976E-9D23-D9C7-58AD-F7925331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E68F3-BD45-C342-54D3-A33FEE91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57242-0E25-E9B4-A922-58996A85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FA587-ACA9-66DB-1B50-D7B3AE77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6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D7E-624E-A91D-232C-C3D108A0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E098F-EA3F-4284-3A08-E8AEF0F29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084F-E69E-2D35-C1C9-12A18990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C0C3-D166-1CD6-D4DC-AAAE1A16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3001-D067-8CBD-C30E-1DD191C0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EB9E4-7492-3BD2-9B01-AEFC7AA5C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CDF78-5172-40CE-CFC8-CA435B88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5CF3-79F5-B580-F4DD-43C0F2F6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1A240-6BFB-DDF9-B9A6-EFD6FFD8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C98A-78EA-15C9-8520-301459B8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6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93DB6-3859-565E-F26E-F300F6D9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B8B6B-041C-2456-8E29-6EF598A6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F3FF-13BB-1118-40C0-23422691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B4DCA-CCFC-4F13-9F4C-80EFD7DB991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13061-C592-EF60-E15C-B6E6481F6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19A3D-E48A-A24A-CEC9-2704D62F0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7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6507-EC3D-715E-07BF-514930DFF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3163"/>
            <a:ext cx="9144000" cy="985837"/>
          </a:xfrm>
        </p:spPr>
        <p:txBody>
          <a:bodyPr/>
          <a:lstStyle/>
          <a:p>
            <a:r>
              <a:rPr lang="en-US" dirty="0"/>
              <a:t>Verilog syntax</a:t>
            </a:r>
          </a:p>
        </p:txBody>
      </p:sp>
    </p:spTree>
    <p:extLst>
      <p:ext uri="{BB962C8B-B14F-4D97-AF65-F5344CB8AC3E}">
        <p14:creationId xmlns:p14="http://schemas.microsoft.com/office/powerpoint/2010/main" val="184038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3EFB-4EAC-DF1C-C783-1A01BCDA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FCA658-8A8A-BB46-A6A4-30329C14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46" y="819097"/>
            <a:ext cx="5969307" cy="20448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5DD349-691B-45F1-6E95-0318C19B84B9}"/>
              </a:ext>
            </a:extLst>
          </p:cNvPr>
          <p:cNvSpPr txBox="1"/>
          <p:nvPr/>
        </p:nvSpPr>
        <p:spPr>
          <a:xfrm>
            <a:off x="615950" y="1480990"/>
            <a:ext cx="6096000" cy="509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`timescale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1ns/100ps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simple_tb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in1=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8'b0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in2=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8'b0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out1, out2;</a:t>
            </a:r>
          </a:p>
          <a:p>
            <a:pPr>
              <a:lnSpc>
                <a:spcPct val="113095"/>
              </a:lnSpc>
              <a:buNone/>
            </a:pP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forever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#1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 = ~clk; </a:t>
            </a:r>
          </a:p>
          <a:p>
            <a:pPr>
              <a:lnSpc>
                <a:spcPct val="113095"/>
              </a:lnSpc>
              <a:buNone/>
            </a:pP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in1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8'd10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in2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8'd13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in1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8'd10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in2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8'd13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....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</a:p>
          <a:p>
            <a:pPr>
              <a:lnSpc>
                <a:spcPct val="113095"/>
              </a:lnSpc>
              <a:buNone/>
            </a:pP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my_design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(.clk(clk), .in1(in1), .in2(in2),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      .out1(out1), .out2(out2));</a:t>
            </a:r>
          </a:p>
          <a:p>
            <a:pPr>
              <a:lnSpc>
                <a:spcPct val="113095"/>
              </a:lnSpc>
              <a:buNone/>
            </a:pP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$monitor(out1, out2);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$monitor(out1, out2);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$monitor(out1, out2);</a:t>
            </a:r>
          </a:p>
          <a:p>
            <a:pPr lvl="1">
              <a:lnSpc>
                <a:spcPct val="113095"/>
              </a:lnSpc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</a:p>
          <a:p>
            <a:pPr>
              <a:lnSpc>
                <a:spcPct val="113095"/>
              </a:lnSpc>
              <a:buNone/>
            </a:pP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13BD9ED-2F99-4D04-6878-F1E2C8634496}"/>
              </a:ext>
            </a:extLst>
          </p:cNvPr>
          <p:cNvSpPr/>
          <p:nvPr/>
        </p:nvSpPr>
        <p:spPr>
          <a:xfrm>
            <a:off x="3079750" y="3200400"/>
            <a:ext cx="266700" cy="100965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B82AA599-C146-1CD7-0DEB-690199861E41}"/>
              </a:ext>
            </a:extLst>
          </p:cNvPr>
          <p:cNvSpPr/>
          <p:nvPr/>
        </p:nvSpPr>
        <p:spPr>
          <a:xfrm>
            <a:off x="3987800" y="4394200"/>
            <a:ext cx="177800" cy="46990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9EC4350F-571D-DD92-51A3-2726BF5BDC57}"/>
              </a:ext>
            </a:extLst>
          </p:cNvPr>
          <p:cNvSpPr/>
          <p:nvPr/>
        </p:nvSpPr>
        <p:spPr>
          <a:xfrm>
            <a:off x="2990850" y="4907110"/>
            <a:ext cx="215900" cy="120159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A0ADA-F46C-86ED-3265-2A8CA9D29670}"/>
              </a:ext>
            </a:extLst>
          </p:cNvPr>
          <p:cNvSpPr txBox="1"/>
          <p:nvPr/>
        </p:nvSpPr>
        <p:spPr>
          <a:xfrm>
            <a:off x="3524250" y="3515606"/>
            <a:ext cx="2776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Генерируем входные сигналы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BBAD73-B6BA-7291-FF0D-2E8AF19465BD}"/>
              </a:ext>
            </a:extLst>
          </p:cNvPr>
          <p:cNvSpPr txBox="1"/>
          <p:nvPr/>
        </p:nvSpPr>
        <p:spPr>
          <a:xfrm>
            <a:off x="4267200" y="4444484"/>
            <a:ext cx="3834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Создаем экземпляр тестируемого модуля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F95F2E-042B-57CA-C2F1-0EA2ADE52C27}"/>
              </a:ext>
            </a:extLst>
          </p:cNvPr>
          <p:cNvSpPr txBox="1"/>
          <p:nvPr/>
        </p:nvSpPr>
        <p:spPr>
          <a:xfrm>
            <a:off x="3524250" y="5307334"/>
            <a:ext cx="29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Проверяем выходные значения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475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5A8BCC-9BBA-CD68-13CE-B9439B8B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40" y="568942"/>
            <a:ext cx="9972860" cy="572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4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FFD6F8-E590-BE56-7149-0A79F308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00" y="536643"/>
            <a:ext cx="8029750" cy="578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2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880CD-36D7-FC01-F58B-E23CBDDF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1" y="365193"/>
            <a:ext cx="10525349" cy="612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2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AFA5-933A-CBF1-9168-7EAA0E84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Неинициализированные регистры в симуляции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FEA5F-E130-82ED-0C85-8F3DA7909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22" y="1784246"/>
            <a:ext cx="8537778" cy="43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3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A3B874-0C5A-E5C6-089C-001D73EE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73" y="501539"/>
            <a:ext cx="9852227" cy="54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5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5A1B9-6D20-9912-6FCF-1A454FE89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8" y="403105"/>
            <a:ext cx="9350571" cy="57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0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6703-6CEC-7059-9CE1-4E66F88A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Tasks/Functions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58AD6-587D-DD4D-EC83-F932362CE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543100"/>
            <a:ext cx="6545824" cy="347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049C24-9A02-315E-9365-C3F125E7029E}"/>
              </a:ext>
            </a:extLst>
          </p:cNvPr>
          <p:cNvSpPr txBox="1"/>
          <p:nvPr/>
        </p:nvSpPr>
        <p:spPr>
          <a:xfrm>
            <a:off x="838200" y="1828800"/>
            <a:ext cx="8117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</a:t>
            </a:r>
            <a:r>
              <a:rPr lang="en-US" dirty="0"/>
              <a:t>Verilog/</a:t>
            </a:r>
            <a:r>
              <a:rPr lang="en-US" dirty="0" err="1"/>
              <a:t>SystemVerilog</a:t>
            </a:r>
            <a:r>
              <a:rPr lang="en-US" dirty="0"/>
              <a:t> </a:t>
            </a:r>
            <a:r>
              <a:rPr lang="ru-RU" dirty="0"/>
              <a:t>есть встроенные функции и таски. Вот некоторые из них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876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195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Verilog syntax</vt:lpstr>
      <vt:lpstr>Testbench</vt:lpstr>
      <vt:lpstr>PowerPoint Presentation</vt:lpstr>
      <vt:lpstr>PowerPoint Presentation</vt:lpstr>
      <vt:lpstr>PowerPoint Presentation</vt:lpstr>
      <vt:lpstr>Неинициализированные регистры в симуляции</vt:lpstr>
      <vt:lpstr>PowerPoint Presentation</vt:lpstr>
      <vt:lpstr>PowerPoint Presentation</vt:lpstr>
      <vt:lpstr>System Tasks/Functions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саша буссе</dc:creator>
  <cp:lastModifiedBy>саша буссе</cp:lastModifiedBy>
  <cp:revision>45</cp:revision>
  <dcterms:created xsi:type="dcterms:W3CDTF">2025-10-31T18:28:41Z</dcterms:created>
  <dcterms:modified xsi:type="dcterms:W3CDTF">2026-09-23T17:35:08Z</dcterms:modified>
</cp:coreProperties>
</file>